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SASA Sektorel Analiz Raporu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Kaynak: KAP, Currents API, Yahoo Finance &amp; TCMB EVDS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Oluşturulma Tarihi: 2026-05-15T18:17:22.875Z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Yönetici Özeti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#Executive Summary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SASA hissesinin güncel verileri analiz edildi. Fiyat -5.98% düşerek 2.83 TL'ye geriledi. Piyasa değeri 130.903.392.256 TL'dir. F/K oranı bulunmuyor. EPS -0.5 olarak kaydedildi. Sektörü Tüketim Malları ve endüstrisi Tekstil Üretim'dir.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Makroekonomik Bağlam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#Macro Context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- TCMB EVDS verilerine göre, son 3 ayda döviz kuru (USD/TRY) dalgalanmaları görülmektedir (44.07, 44.65, 45.22).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- TÜFE ve faiz oranları belum belirtilmiştir.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- Küresel piyasalardaki gelişmeler (altın, petrol fiyatları) makroekonomik bağlamı etkileyebilir.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Riskler ve Fırsatlar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</a:rPr>
              <a:t>Riskler: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#Risks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Güncel fiyatın 52 hafta düşük值sine (2.13) yaklaştığı görülmektedir.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EPS'nin negatif (-0.5) olması şirketin karlılık durumunu etkileyebilir.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Döviz kuru dalgalanmaları (45.22) ve petrol fiyatlarındaki değişimler (102.7 dolar) şirketin faaliyetlerini etkileyebilir.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000"/>
                </a:solidFill>
              </a:rPr>
              <a:t>Fırsatlar: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#Opportunities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Piyasa değerinin yüksek (130.903.392.256 TL) olması, şirketin potansiyel büyüme fırsatlarını gösterebilir.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Sektörün dinamikleri (Tüketim Malları ve Tekstil Üretim) şirketin pazar payını artırma fırsatlarını sunabilir.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Güncel haberlerde şirketin adı geçen olması (Sasa Polyester) şirketin vizyonuna katkıda bulunabilir.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Veri Özeti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Etiket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Değer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Son KAP Bildirimleri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Incelenen Haber Sayisi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Guncel Fiyat (TL)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2.83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Gunluk Degisim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-5.98%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2026-05-15T18:17:23Z</dcterms:created>
  <dcterms:modified xsi:type="dcterms:W3CDTF">2026-05-15T18:17:23Z</dcterms:modified>
</cp:coreProperties>
</file>