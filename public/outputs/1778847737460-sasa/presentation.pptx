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SASA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2026-05-15T12:22:17.460Z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Analiz edilemedi.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Belirlenemedi.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2.89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-3.99%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2026-05-15T12:22:17Z</dcterms:created>
  <dcterms:modified xsi:type="dcterms:W3CDTF">2026-05-15T12:22:17Z</dcterms:modified>
</cp:coreProperties>
</file>