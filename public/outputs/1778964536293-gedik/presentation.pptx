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363636"/>
                </a:solidFill>
              </a:rPr>
              <a:t>GEDIK Sektorel Analiz Raporu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914400" y="22860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66666"/>
                </a:solidFill>
              </a:rPr>
              <a:t>Kaynak: KAP, Currents API, Yahoo Finance &amp; TCMB EVDS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14400" y="27432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66666"/>
                </a:solidFill>
              </a:rPr>
              <a:t>Oluşturulma Tarihi: 2026-05-16T20:48:56.293Z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63636"/>
                </a:solidFill>
              </a:rPr>
              <a:t>Yönetici Özeti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82296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444444"/>
                </a:solidFill>
              </a:rPr>
              <a:t># GEDIK Hissesi Analiz Raporu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444444"/>
                </a:solidFill>
              </a:rPr>
              <a:t>GEDIK hissesi için güncellenmiş veriler analiz edilmiştir. Rapor, hisse senedinin güncel durumunu, risklerini, fırsatlarını ve makroekonomik bağlamını içermektedir.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63636"/>
                </a:solidFill>
              </a:rPr>
              <a:t>Makroekonomik Bağlam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82296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444444"/>
                </a:solidFill>
              </a:rPr>
              <a:t># Makroekonomik Bağlam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444444"/>
                </a:solidFill>
              </a:rPr>
              <a:t>- TCMB EVDS verilerine göre, son 3 ayda USD/TRY kurunda artış gözlendi. TÜFE ve faiz oranları hakkında güncel veriler bulunmamaktadır.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444444"/>
                </a:solidFill>
              </a:rPr>
              <a:t>- Türkiye ve İran arasındaki ekonomik işbirliği toplantısı, iki ülke arasındaki ticareti artırabilir ve hisse senedi piyasalarına olumlu yansıyabilir.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63636"/>
                </a:solidFill>
              </a:rPr>
              <a:t>Riskler ve Fırsatlar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0000"/>
                </a:solidFill>
              </a:rPr>
              <a:t>Riskler: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1463040"/>
            <a:ext cx="36576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44444"/>
                </a:solidFill>
              </a:rPr>
              <a:t># Riskler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44444"/>
                </a:solidFill>
              </a:rPr>
              <a:t>- TCMB EVDS verilerine göre, USD/TRY kurunda artış görülmektedir. Bu durum, ihracata dayalı sektörlerde faaliyet gösteren şirketler için avantajlı olabilir ancak ithalata dayalı sektörlerde faaliyet gösteren şirketler için risk oluşturabilir.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44444"/>
                </a:solidFill>
              </a:rPr>
              <a:t>- TCMB'nin faiz oranlarında yapılacak değişiklikler, hisse senedi piyasaları üzerinde etkili olabilir.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0" y="10972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8000"/>
                </a:solidFill>
              </a:rPr>
              <a:t>Fırsatlar: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0" y="1463040"/>
            <a:ext cx="36576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44444"/>
                </a:solidFill>
              </a:rPr>
              <a:t># Fırsatlar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44444"/>
                </a:solidFill>
              </a:rPr>
              <a:t>- Türkiye ve İran arasındaki ekonomik işbirliği toplantısı, ihracata dayalı sektörlerde faaliyet gösteren şirketler için fırsatlar yaratabilir.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44444"/>
                </a:solidFill>
              </a:rPr>
              <a:t>- Hisse senedi piyasalarında, doğru analiz ve stratejilerle yatırım yapıldığında, kar elde edilebilir.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63636"/>
                </a:solidFill>
              </a:rPr>
              <a:t>Veri Özeti</a:t>
            </a:r>
            <a:endParaRPr lang="en-US" sz="18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8229600" cy="914400"/>
        </p:xfrm>
        <a:graphic>
          <a:graphicData uri="http://schemas.openxmlformats.org/drawingml/2006/table">
            <a:tbl>
              <a:tblPr/>
              <a:tblGrid>
                <a:gridCol w="4114800"/>
                <a:gridCol w="41148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Etiket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Değer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Son KAP Bildirimleri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0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Incelenen Haber Sayisi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8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Guncel Fiyat (TL)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N/A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Gunluk Degisim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N/A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2026-05-16T20:48:56Z</dcterms:created>
  <dcterms:modified xsi:type="dcterms:W3CDTF">2026-05-16T20:48:56Z</dcterms:modified>
</cp:coreProperties>
</file>