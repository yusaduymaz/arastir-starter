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EREGL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2026-05-15T12:42:50.071Z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EREGL Hissesi Analiz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EREGL hisseleri, son 52 haftanın en yüksek değerinin %10 altında işlem görüyor. Fiyatın %1.36 oranında düşmesiyle birlikte, piyasa değerinde bir azalma gözleniyor.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* Türk Lirası'nın değer kaybının ihracata olumlu yansıyabileceği ancak ithal girdi maliyetlerini artırabileceği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* Faiz oranlarının etkisiyle, yatırımcıların daha yüksek getiri arayışına girebileceği ve bu durumun EREGL hissesini etkileyebileceği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Döviz kurunda yaşanan artışın şirketin ihracat działışmalarını olumsuz etkileyebileceği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Fiyatın 52 haftanın en yüksek değerinden uzaklaşmasının yatırımcı güvenini sarstığı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EREGL hisselerinin Basic Materials sektöründe faaliyet gösteren bir şirket olması nedeniyle, inşaat ve imalat sektöründeki gelişmelerin şirketin büyümesiyle ilişkilendirilebileceği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Piyasa değerinin büyük olması nedeniyle, şirketin uzun vadeli yatırım fırsatları sunabileceği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39.2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-1.36%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2026-05-15T12:42:50Z</dcterms:created>
  <dcterms:modified xsi:type="dcterms:W3CDTF">2026-05-15T12:42:50Z</dcterms:modified>
</cp:coreProperties>
</file>