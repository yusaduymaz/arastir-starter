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BIST100 Sektörel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 &amp; Alpha Vantage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2026-05-15T00:52:11.581Z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BIST100 için detaylı veri sentezi tamamlandı. KAP ve basın haberleri genel olarak şirketin operasyonel kararlılığını sürdürdüğünü gösteriyor. Ancak makroekonomik dalgalanmaların sektörel etkileri yakından izlenmeli.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Sektörel maliyet artışları, regülasyon değişiklikleri, pazar daralması riski.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Yeni pazar açılımları, maliyet optimizasyonu, sektörel birleşmeler.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İncelenen Haber Sayısı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Günlük Değişim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2026-05-15T00:52:12Z</dcterms:created>
  <dcterms:modified xsi:type="dcterms:W3CDTF">2026-05-15T00:52:12Z</dcterms:modified>
</cp:coreProperties>
</file>