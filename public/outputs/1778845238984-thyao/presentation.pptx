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THYAO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2026-05-15T11:40:38.984Z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Analiz edilemedi.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Belirlenemedi.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Belirlenemedi.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300.5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-1.72%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2026-05-15T11:40:39Z</dcterms:created>
  <dcterms:modified xsi:type="dcterms:W3CDTF">2026-05-15T11:40:39Z</dcterms:modified>
</cp:coreProperties>
</file>