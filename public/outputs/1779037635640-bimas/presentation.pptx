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BIMAS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2026-05-17T17:07:15.639Z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BIMAS Hissesi Analiz Raporu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BIMAS hissesi için güncel veriler incelendi. Son 3 aydaki makroekonomik bağlam verileri dikkate alınarak riskler, fırsatlar ve genel ekonomi bağlamı ele alındı.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Son 3 aydaki veriler aşağıdaki gibidir: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- 2026-3: USD/TRY 44.07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- 2026-4: USD/TRY 44.65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- 2026-5: USD/TRY 45.22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Döviz kurlarındaki artış dikkat çekiyor.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Mevcut verilerdeki eksiklikler vemakroekonomik dengesizlikler nedeniyle şirketin geleceği hakkında kesin bir pohled olmak zor görünüyor. Döviz kurlarındaki artış şirketin ihracatını etkileyebilir.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Döviz kurlarındaki artışa rağmen şirketin vnitřsel dinamikleri ve piyasadaki positionu değerlendirildiğinde şirketin ihracat odaklı stratejiler geliştirmesi possível görünüyor.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2026-05-17T17:07:16Z</dcterms:created>
  <dcterms:modified xsi:type="dcterms:W3CDTF">2026-05-17T17:07:16Z</dcterms:modified>
</cp:coreProperties>
</file>