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EREGL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2026-05-16T20:27:23.858Z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EREGL Hissesi Executive Summary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EREGL hissesi,Basic Materials sektöründe faaliyet gösteren ve Steel endüstrisine yönelik bir şirket olarak dikkat çekiyor. Son verilere göre hisse fiyatı 39.62 olarak belirlenmiş ve son dönemdeki hareketlilik -0.30% bir değişim ile risultlanmıştır. Toplam piyasa değeri 266320723968 olarak hesaplanmış ve F/K oranı 566 ile EPS değeri 0.07 olarak kaydedilmiştir.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EREGL Hissesi Makroekonomik Bağlam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Türk Lirası karşıtı döviz kurlarındaki artış (44.07, 44.65 ve 45.22 gibi rakamlar) ithalat maliyetlerini artırırken ihracatın rekabet gücünü artırabilir.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Faiz oranları ve TÜFE verileri şirketin faaliyetlerine ve genel ekonominin durumuna ışık tutmaktadır.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Makroekonomik koşulların istikrarı şirketin uzun vadeli planlamasını ve büyüme potansiyelini destekleyebilir.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EREGL Hissesi Riskleri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kurlarında yaşanan dalgalanmalar (USD/TRY 44.07, 44.65 ve 45.22 gibi artışlar) şirketin faaliyetlerini ve karlılığını olumsuz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Sektör ve endüstri genelindeki rekabet hissedarlara negatif yansıyabilir.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oranlarındaki olası değişiklikler hisse fiyatlarını ve şirketin borçlanma maliyetlerini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EREGL Hissesi Fırsatları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Steel endüstrisinin genel olarak genişleyen pazarı şirketin büyüme potansiyelini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Yatırımcıların ve tüketicilerin taleplerine cevap verebilecek ürün ve hizmet geliştirmeler fırsatları sunabilir.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Uluslararası ticarette artış ile birlikte ihracat olanakları genişleyerek şirketin gelirini artırabilir.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39.62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-0.30%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2026-05-16T20:27:24Z</dcterms:created>
  <dcterms:modified xsi:type="dcterms:W3CDTF">2026-05-16T20:27:24Z</dcterms:modified>
</cp:coreProperties>
</file>