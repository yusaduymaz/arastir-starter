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BIST100 Sektorel Analiz Raporu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Kaynak: KAP, Currents API, Yahoo Finance &amp; TCMB EVDS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Oluşturulma Tarihi: 2026-05-15T12:05:08.264Z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Yönetici Özeti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Analiz edilemedi.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Riskler ve Fırsatlar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0000"/>
                </a:solidFill>
              </a:rPr>
              <a:t>Riskler: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Belirlenemedi.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000"/>
                </a:solidFill>
              </a:rPr>
              <a:t>Fırsatlar: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146304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Belirlenemedi.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Veri Özeti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Etiket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Değer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Son KAP Bildirimleri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Incelenen Haber Sayisi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Guncel Fiyat (TL)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Gunluk Degisim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2026-05-15T12:05:08Z</dcterms:created>
  <dcterms:modified xsi:type="dcterms:W3CDTF">2026-05-15T12:05:08Z</dcterms:modified>
</cp:coreProperties>
</file>