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63636"/>
                </a:solidFill>
              </a:rPr>
              <a:t>HAVELSAN Sektorel Analiz Raporu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Kaynak: KAP, Currents API, Yahoo Finance &amp; TCMB EVDS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2743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Oluşturulma Tarihi: 2026-05-15T13:00:29.731Z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63636"/>
                </a:solidFill>
              </a:rPr>
              <a:t>Yönetici Özeti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44444"/>
                </a:solidFill>
              </a:rPr>
              <a:t># HAVELSAN Hissesi Analizi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44444"/>
                </a:solidFill>
              </a:rPr>
              <a:t>HAVELSAN hisseleri, son 3 ayda gözlenen ekonomik conditions kapsamında evaluation edilmiştir. USD/TRY kuru ile faiz oranlarındaki değişimler takip edilmiş olup, şirket hisselerinin davranışları analiz edilmiştir.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63636"/>
                </a:solidFill>
              </a:rPr>
              <a:t>Makroekonomik Bağlam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44444"/>
                </a:solidFill>
              </a:rPr>
              <a:t># Makroekonomik Bağlam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44444"/>
                </a:solidFill>
              </a:rPr>
              <a:t>- Türkiye Cumhuriyet Merkez Bankası (TCMB) tarafından yayımlanan EVDS verilerine göre son 3 ayda USD/TRY kuru 44.07'den 45.22'ye YÜKSELİŞ GÖSTERMİŞTİR.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44444"/>
                </a:solidFill>
              </a:rPr>
              <a:t>- Faiz oranları ve enflasyon oranları takip edilmeye devam edilecektir.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63636"/>
                </a:solidFill>
              </a:rPr>
              <a:t>Riskler ve Fırsatlar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0000"/>
                </a:solidFill>
              </a:rPr>
              <a:t>Riskler: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3657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# Riskler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- Döviz kurundaki DALGALANMALAR HAVELSAN hisselerine OLUMSUZ yönde ETKİ edebilecektir.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- Faiz oranlarındaki DEĞİŞİMLER şirketin finansal performansı üzerinde ETKİ yapabilir.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0" y="1097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8000"/>
                </a:solidFill>
              </a:rPr>
              <a:t>Fırsatlar: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0" y="1463040"/>
            <a:ext cx="3657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# Fırsatlar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- HAVELSAN'ın teknoloji ve savunma sanayisine yaptığı katkılar nedeniyle ALTYAPI VE Savunma Sanayii HİZMETLERİNE OLAN talebin artması şirket hisselerine OLUMSUZ olmayan bir yön verebilir.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- Şirketin AR-GE yatırımlarının artması ile İNOVASYONEL ürün ve hizmetlerine olan talebin artması BEKLENMEKTEDİR.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63636"/>
                </a:solidFill>
              </a:rPr>
              <a:t>Veri Özeti</a:t>
            </a:r>
            <a:endParaRPr lang="en-US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Etiket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Değer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Son KAP Bildirimleri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Incelenen Haber Sayisi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Guncel Fiyat (TL)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N/A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Gunluk Degisim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N/A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2026-05-15T13:00:30Z</dcterms:created>
  <dcterms:modified xsi:type="dcterms:W3CDTF">2026-05-15T13:00:30Z</dcterms:modified>
</cp:coreProperties>
</file>