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BIST100 Sektörel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2026-05-20T10:01:03.858Z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Executive Summary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BIST100 endeksinin güncel değerlendirmesi, makroekonomik koşulların dalgalanmasıyla birlikte zorlayıcı bir proceso göstermektedir. Son üç aylık dönemde, USD/TRY kurunun artışı ve faiz oranlarının değişimi piyasayı etkilemiştir. Yatırım tavsiyesi, mevcut piyasa verileri ve makro göstergelerin kapsamlı bir analizi üzerine oluşturulmuştur.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Makroekonomik koşullar, özellikle son tři aylık dönemde USD/TRY kurunun artışı ve faiz oranlarının değişimi, piyasa dinamiklerini etkilemektedir. TÜFE verileri henüz mevcut olmamasına rağmen, genel ekonomik koşulların dalgalanması yatırımcıların dikkatini çekmektedir.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 Faktörleri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Döviz kurlarındaki dalgalanma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Faiz oranlarındaki değişimler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Makroekonomik belirsizlikler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Piyasa dalgalanmaları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 Alanları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Türk Lirası'nın değer kaybı nedeniyle ihracatın artması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Yatırım ortamının iyileştirilmesi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Yerel sanayinin gelişimi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Alternatif enerji kaynaklarına yatırım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İncelenen Haber Sayısı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Günlük Değişim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2026-05-20T10:01:05Z</dcterms:created>
  <dcterms:modified xsi:type="dcterms:W3CDTF">2026-05-20T10:01:05Z</dcterms:modified>
</cp:coreProperties>
</file>