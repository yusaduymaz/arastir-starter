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</p:sldIdLst>
  <p:notesMasterIdLst>
    <p:notesMasterId r:id="rId6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notesMaster" Target="notesMasters/notesMaster1.xml"/><Relationship Id="rId7" Type="http://schemas.openxmlformats.org/officeDocument/2006/relationships/presProps" Target="presProps.xml"/><Relationship Id="rId8" Type="http://schemas.openxmlformats.org/officeDocument/2006/relationships/viewProps" Target="viewProps.xml"/><Relationship Id="rId9" Type="http://schemas.openxmlformats.org/officeDocument/2006/relationships/theme" Target="theme/theme1.xml"/><Relationship Id="rId1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14400"/>
            <a:ext cx="7315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363636"/>
                </a:solidFill>
              </a:rPr>
              <a:t>ASELS Sektorel Analiz Raporu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914400" y="228600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66666"/>
                </a:solidFill>
              </a:rPr>
              <a:t>Kaynak: KAP, Currents API, Yahoo Finance &amp; TCMB EVDS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914400" y="274320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66666"/>
                </a:solidFill>
              </a:rPr>
              <a:t>Oluşturulma Tarihi: 2026-05-15T12:37:52.525Z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363636"/>
                </a:solidFill>
              </a:rPr>
              <a:t>Yönetici Özeti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457200" y="1097280"/>
            <a:ext cx="82296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444444"/>
                </a:solidFill>
              </a:rPr>
              <a:t>Analiz edilemedi.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363636"/>
                </a:solidFill>
              </a:rPr>
              <a:t>Riskler ve Fırsatlar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457200" y="109728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0000"/>
                </a:solidFill>
              </a:rPr>
              <a:t>Riskler: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457200" y="1463040"/>
            <a:ext cx="36576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444444"/>
                </a:solidFill>
              </a:rPr>
              <a:t>Belirlenemedi.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572000" y="109728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8000"/>
                </a:solidFill>
              </a:rPr>
              <a:t>Fırsatlar: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572000" y="1463040"/>
            <a:ext cx="36576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444444"/>
                </a:solidFill>
              </a:rPr>
              <a:t>Belirlenemedi.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363636"/>
                </a:solidFill>
              </a:rPr>
              <a:t>Veri Özeti</a:t>
            </a:r>
            <a:endParaRPr lang="en-US" sz="18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371600"/>
          <a:ext cx="8229600" cy="914400"/>
        </p:xfrm>
        <a:graphic>
          <a:graphicData uri="http://schemas.openxmlformats.org/drawingml/2006/table">
            <a:tbl>
              <a:tblPr/>
              <a:tblGrid>
                <a:gridCol w="4114800"/>
                <a:gridCol w="411480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Etiket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Değer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Son KAP Bildirimleri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0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Incelenen Haber Sayisi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6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Guncel Fiyat (TL)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413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Gunluk Degisim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-0.60%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Slide 1</vt:lpstr>
      <vt:lpstr>Slide 2</vt:lpstr>
      <vt:lpstr>Slide 3</vt:lpstr>
      <vt:lpstr>Slide 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2026-05-15T12:37:52Z</dcterms:created>
  <dcterms:modified xsi:type="dcterms:W3CDTF">2026-05-15T12:37:52Z</dcterms:modified>
</cp:coreProperties>
</file>