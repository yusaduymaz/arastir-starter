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ROKETSAN Sektorel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2026-05-15T13:14:26.392Z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ROKETSAN Hissesi Analiz Raporu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ROKETSAN hissesi için yapılan analiz, şirketin genel durumunu ve piyasadaki konumunu belirlemek amacıyla gerçekleştirilmiştir. Ancak, sağlanılan verilerin yetersiz olması nedeniyle, analiz kapsamı sınırlıdır.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Makroekonomik Bağlam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Makroekonomik Bağlam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Son 3 ayda USD/TRY kuru 44.07'den 45.22'ye yükselmiştir. Bu durum şirketin dolar cinsinden gelirlerini artırabilir ancak aynı zamanda maliyetlerini de artırabilir.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TCMB EVDS verilerine göre faiz oranları ve enflasyon verileri bilinmemektedir. Bu veriler şirketin finansal analizini tam olarak yapmayı engellemektedir.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Riskler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Döviz kurlarındaki dalgalanmalar şirketin ihracat ve ithalat faaliyetlerini olumsuz etkileyebilir.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Faiz oranlarındaki değişimler şirketin borçlanma maliyetlerini artırabilir.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Fırsatlar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Savunma sanayinde yaşanan gelişmeler şirketin satışlarını artırabilir.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İhracat pazarındaki büyüme şirketin gelirlerini tăngıştırabilir.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Incelenen Haber Sayisi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Gunluk Degisim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2026-05-15T13:14:26Z</dcterms:created>
  <dcterms:modified xsi:type="dcterms:W3CDTF">2026-05-15T13:14:26Z</dcterms:modified>
</cp:coreProperties>
</file>