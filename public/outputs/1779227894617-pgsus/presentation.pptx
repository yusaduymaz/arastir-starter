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63636"/>
                </a:solidFill>
              </a:rPr>
              <a:t>PGSUS Sektörel Analiz Raporu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Kaynak: KAP, Currents API, Yahoo Finance &amp; TCMB EVDS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Oluşturulma Tarihi: 2026-05-19T21:58:14.617Z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Yönetici Özeti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PGSUS Hissesi Yatırım Raporu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PGSUS hissesi için yapılan analiz, şirketin mevcut piyasa durumunu ve gelecekteki beklentilerini değerlendirmiştir. Makroekonomik koşullar ve sektörel trendler dikkate alınarak, şirketin potansiyeli ve riskleri değerlendirilmiştir.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Makroekonomik Bağlam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# Makroekonomik Bağlam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444444"/>
                </a:solidFill>
              </a:rPr>
              <a:t>TCMB EVDS verilerine göre, son 3 ayda USD/TRY kuru dalgalanmış ve ekonomide bir miktar belirsizlik oluşmuştur. Ancak, şirketin sektörel posiciónu ve finansal performansının güçlü olması, makroekonomik koşullardan etkilenmesini azaltabilir.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Riskler ve Fırsatlar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0000"/>
                </a:solidFill>
              </a:rPr>
              <a:t>Riskler: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Risk Faktörleri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Makroekonomik belirsizlikler ve döviz kuru dalgalanmaları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Sektörün rekabetçi ortamı ve potansiyel fiyat baskıları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Şirketin borçluluk oranı ve finansal sürdürülebilirlik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00"/>
                </a:solidFill>
              </a:rPr>
              <a:t>Fırsatlar: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0" y="146304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# Fırsat Alanları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Havacılık sektöründe artan talebin company'i olumlu etkilemesi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Uluslararası genişleme stratejisinin şirketin gelirini artırması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* Yeni teknoloji ve hizmetlerin geliştirilmesinin şirketin rekabet gücünü artırması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3636"/>
                </a:solidFill>
              </a:rPr>
              <a:t>Veri Özeti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Etiket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Değer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Son KAP Bildirimleri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İncelenen Haber Sayısı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Güncel Fiyat (TL)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171.6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Günlük Değişim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-2.83%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2026-05-19T21:58:15Z</dcterms:created>
  <dcterms:modified xsi:type="dcterms:W3CDTF">2026-05-19T21:58:15Z</dcterms:modified>
</cp:coreProperties>
</file>