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ASELS Sektorel Analiz Raporu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Kaynak: KAP, Currents API, Yahoo Finance &amp; TCMB EVDS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Oluşturulma Tarihi: 2026-05-17T18:59:10.119Z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Yönetici Özeti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ASELSAN Hisse Analizi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ASELSAN, savunma sanayiinde lider bir şirket olarak dikkat çekmektedir. Son dönemde hisseleri %91 değer kazanmıştır ve piyasa değeri 2 trilyon lirayı aşmış durumdadır. Şirket, EFES-2026 tatbikatında yer alan ileri teknolojiye sahip sistemleriyle öne çıkmaktadır.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Makroekonomik Bağlam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Makroekonomik Bağlam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TCMB EVDS verilerine göre, son 3 ayda USD/TRY kuru 44.07'den 45.22'ye yükselmiştir. Bu durum ASELSAN'ın ihracatını negatif yönde etkileyebilir. Ancak, şirketin piyasa değeri ve hisse performansı bu durumdan etkilenmemiştir.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Riskler ve Fırsatlar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</a:rPr>
              <a:t>Riskler: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 Risk Faktörleri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Piyasa değeri yüksek olması reasoniyle potansiyel bir düşüş riski mevcuttur.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Makroekonomik koşulların negatif yönde değişmesi riski bulunmaktadır.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Sektörün rekabet ortamı risk faktörlerini içerebilir.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000"/>
                </a:solidFill>
              </a:rPr>
              <a:t>Fırsatlar: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 Fırsat Alanları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Savunma sanayiinde yerel ve milli gücünü artıran ASELSAN, büyüme potansiyeline sahiptir.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EFES-2026 tatbikatındaki participationı, şirketin teknoloji ve savunma sanayiindeki yetkinliğini göstermektedir.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Küresel marka olma vizyonuyla logosunu değiştirmesi, geleceğe yönelik vizyonunu güçlendirecektir.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Veri Özeti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Etiket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Değer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Son KAP Bildirimleri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Incelenen Haber Sayisi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Guncel Fiyat (TL)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415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Gunluk Degisim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-0.12%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2026-05-17T18:59:10Z</dcterms:created>
  <dcterms:modified xsi:type="dcterms:W3CDTF">2026-05-17T18:59:10Z</dcterms:modified>
</cp:coreProperties>
</file>