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CARREFOURSA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2026-05-15T19:02:17.169Z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Yönetim Özeti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CARREFOURSA hissesi için yapılan analiz, mevcut piyasa koşullarını ve makroekonomik faktörleri dikkate almaktadır. USD/TRY kurunun geçtiğimiz aylarda artması ve faiz oranlarının değişimi CARREFOURSA'nın performansını etkileyebilir. Haber verisi analizinde, şirketle.direct olarak ilgili herhangi bir haber bulunmamaktadır.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Son drei ayda USD/TRY kuru 44.07'den 45.22'ye çıktı.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TÜFE ve faiz oranlarındaki değişimler şirketin maliyet yapılarını etkileyebilir.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Makroekonomik koşulların istikrarı CARREFOURSA'nın长 vadeli planlarına olumlu yansıyabilir.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kurlarındaki dalgalanmalar CARREFOURSA'nın ithalat maliyetlerini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Faiz oranlarındaki değişimler şirketin borçlanma maliyetlerini etkileyebilir.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Makroekonomik koşullardaki belirsizlikler şirketin gelecekteki performansını olumsuz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perakende sektöründeki growth potansiyeli CARREFOURSA'ya yeni fırsatlar sunabilir.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Pazar payını artırma ve yeni pazarlara girme stratejileri şirketin büyümesini hızlandırabilir.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Dijital dönüşüm yatırımlarıyla birlikte şirket, müşteri deneyimini geliştirebilir ve satışlarını artırabilir.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2026-05-15T19:02:17Z</dcterms:created>
  <dcterms:modified xsi:type="dcterms:W3CDTF">2026-05-15T19:02:17Z</dcterms:modified>
</cp:coreProperties>
</file>