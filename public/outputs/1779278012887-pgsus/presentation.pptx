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PGSUS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2026-05-20T11:53:32.887Z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PGSUS Hissesi Yatırım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PGSUS hissesi, son piyasa verileri incelendiğinde, 171.1 TL fiyat seviyesinde ve -0.29% değişim oranıyla işleme açık görünüyor. Hisse senedinin fiyatı son 52 hafta içinde 274.5 TL yüksek ve 167.3 TL düşük seviyelerine ulaştı.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TCMB EVDS verilerine göre son üç ayda dolar/TL kuru 44.07'den 45.23'e yükseldi. Bu durum, havayolu sektöründe faaliyet gösteren şirketler için döviz kuru riskini artırabilir.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Faktörleri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Makroekonomik belirsizlik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Sektör içi rekabet artışları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Döviz kurlarındaki dalgalanmalar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Havayolu endüstrisindeki potansiyel büyüme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Uluslararası ticareti artırma potansiyeli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Pegasus Park gibi inovatif projelerle sinerji oluşturma imkanları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171.1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-0.29%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2026-05-20T11:53:33Z</dcterms:created>
  <dcterms:modified xsi:type="dcterms:W3CDTF">2026-05-20T11:53:33Z</dcterms:modified>
</cp:coreProperties>
</file>