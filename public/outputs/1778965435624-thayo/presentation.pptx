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THAYO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2026-05-16T21:03:55.624Z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THAYO Hisse Analizi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THAYO hissesi için analiz edilen veriler, piyasadaki güncel durum ve trendleri göstermektedir. Makroekonomik bağlamda, son 3 ayda USD/TRY kuru artış gösterirken, faiz ve enflasyon rakamları belirtilmemiştir. Bu analizde, THAYO hissesinin potansiyel riskleri ve fırsatları ile makroekonomik bağlam değerlendirilecektir.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TCMB EVDS verileri, son 3 ayda USD/TRY kurunun arttığını göstermektedir.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TÜFE ve faiz oranları bilinmemektedir, ancak makroekonomik trendlerin şirketin faaliyetlerine etkisi önemlidir.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Şirketin faaliyet gösterdiği sektördeki genel trendler ve piyasalardaki dalgalanmalar takip edilmelidir.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Makroekonomik dalgalanmalar: USD/TRY kurundaki artış, şirketin ihracat ve ithalat faaliyetlerini etkileyebilir.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oranlarındaki değişim: Faiz oranlarındaki herhangi bir artış, şirketin borçlanma maliyetlerini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Bilinmeyen enflasyon verileri: TÜFE verileri belirtilmediği için, şirketin maliyet 구조unu tahmin etmek zor olabilir.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kurundaki artış: Şirketin ihracat faaliyetleri, döviz kurundaki artıştan yararlanabilir.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Yatırım fırsatları: Şirketin yeni yatırım fırsatlarına yönelmesi, büyüme potansiyelini arttırabilir.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Piyasa payı artışı: Rakip şirketlerin zayıflaması, THAYO hissesinin piyasa payını artırabilir.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2026-05-16T21:03:56Z</dcterms:created>
  <dcterms:modified xsi:type="dcterms:W3CDTF">2026-05-16T21:03:56Z</dcterms:modified>
</cp:coreProperties>
</file>