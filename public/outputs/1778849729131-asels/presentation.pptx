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ASELS Sektorel Analiz Raporu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Kaynak: KAP, Currents API, Yahoo Finance &amp; TCMB EVDS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Oluşturulma Tarihi: 2026-05-15T12:55:29.131Z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3636"/>
                </a:solidFill>
              </a:rPr>
              <a:t>Yönetici Özeti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# Executive Summary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ASELSAN hissesi, son dönemde önemli bir yükseliş trendine sahne oluyor. Şirketin piyasa değerinin 2 trilyon lirayı aşması ve hisse senedinin yılbaşından bu yana %91 artması, şirketin güçlü performansı hakkında bilgi veriyor. Savunma teknolojileri ve uzay teknolojilerindeki yatırımları ile ASELSAN, ön plana çıkıyor.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3636"/>
                </a:solidFill>
              </a:rPr>
              <a:t>Makroekonomik Bağlam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# Macro Context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- **Makroekonomik Bağlam**: TCMB EVDS verilerine göre USD/TRY kurunun artması, TÜFE ve faiz oranlarındaki değişimler şirketin ve sektörün performansını etkileyebilir.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- **Ekonomik ve Siyasi İstikrar**: Türkiye'nin ekonomik ve siyasi istikrarı, şirketin uzun vadeli planlamasının temel факторlerinden biri.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- **Dünya Pazarı**: Aerospace &amp; Defense sektörünün dünya genelindeki talep ve rekabet koşulları, ASELSAN'ın ihracat potansiyelini ve rekabet gücünü etkileyebilir.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3636"/>
                </a:solidFill>
              </a:rPr>
              <a:t>Riskler ve Fırsatlar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0000"/>
                </a:solidFill>
              </a:rPr>
              <a:t>Riskler: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# Risks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- **Döviz Kuru Riski**: USD/TRY kurunun artması, şirketin ihracatçı konumuna rağmen ithalat bağımlılığından kaynaklı risk oluşturabilir.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- **Sektör Riski**: Aerospace &amp; Defense sektörünün ekonomik ve siyasi dalgalanmalardan etkilenmesi mogelijk.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- **Faiz Oranları**: Faiz oranlarındaki değişimler şirketin borçlanma maliyetini etkileyebilir.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000"/>
                </a:solidFill>
              </a:rPr>
              <a:t>Fırsatlar: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0" y="146304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# Opportunities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- **Savunma Sanayiinin Büyümesi**: Türkiye'nin savunma sanayisine verdiği önem, ASELSAN için önemli bir fırsat sunuyor.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- **Uzay Teknolojilerine Yatırım**: ASELSAN'ın uzay teknolojilerine yaptığı yatırımlar, gelecekte yeni gelir kaynakları oluşturabilir.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- **Yabancı Yatırımcı İlgi**: Yabancı yatırımcıların ilgisinin artması, hisse senedi için talep artışına neden olabilir.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3636"/>
                </a:solidFill>
              </a:rPr>
              <a:t>Veri Özeti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Etiket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Değer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Son KAP Bildirimleri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Incelenen Haber Sayisi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Guncel Fiyat (TL)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413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Gunluk Degisim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-0.60%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2026-05-15T12:55:29Z</dcterms:created>
  <dcterms:modified xsi:type="dcterms:W3CDTF">2026-05-15T12:55:29Z</dcterms:modified>
</cp:coreProperties>
</file>