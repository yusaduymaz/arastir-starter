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BIMAS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2026-05-16T20:50:48.408Z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## BIMAS Hissesi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BIMAS hissesi için yapılan analiz, güncel veriler ışığında bir görüş oluşturmayı amaçlamaktadır. Ancak, sunulan veriler sınırlıdır ve daha detaylı bir analiz için daha fazla bilgiye ihtiyaç duyulur.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Döviz kuru dalgalanmaları: Son 3 ayda USD/TRY kurunda artış gözlenmiştir. Bu durum ithalat maliyetlerini artırarak şirketin faaliyetlerine olumsuz etkide bulunabilir.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TCMB faiz oranlarının belirsizliği: Faiz oranlarının bilinmemesi şirketin uzun vadeli planlama sürecini etkileyebilir.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kuru dalgalanmaları: USD/TRY kurunda son 3 ayda gözlenen artış, şirketin ihracat ve ithalat faaliyetlerini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oranlarının belirsizliği: TCMB faiz oranlarının bilinmemesi, şirketin borçlanma maliyetlerini öngörme konusunda zorluklar yaratabilir.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Piyasada oluşabilecek değişimlerden yararlanmak: Döviz kuru ve faiz oranlarındaki değişimlere doğru şekilde yanıt vererek şirketin rekabet gücünü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Yeni pazarlara açılma: İhracat faaliyetlerini artırarak şirketin gelir çeşitliliğini ve büyümesini desteklemek mümkündür.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2026-05-16T20:50:48Z</dcterms:created>
  <dcterms:modified xsi:type="dcterms:W3CDTF">2026-05-16T20:50:48Z</dcterms:modified>
</cp:coreProperties>
</file>