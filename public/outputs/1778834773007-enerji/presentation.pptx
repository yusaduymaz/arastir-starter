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ENERJI Sektörel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2026-05-15T08:46:13.007Z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[MOCK] ENERJI için veri sentezi (gerçek AI yok — ANTHROPIC_API_KEY tanımlı değil). USD/TRY: 45.20. KAP: 5 bildirim, Haber: 30 makale işlendi.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[MOCK] Makroekonomik bağlam: USD/TRY 45.20. Veriler 13 aylık TCMB EVDS serisinden alınmıştır.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[MOCK] ENERJI — Sektörel maliyet artışları, regülasyon değişiklikleri, pazar daralması riski.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[MOCK] ENERJI — Yeni pazar açılımları, maliyet optimizasyonu, sektörel birleşmeler.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İncelenen Haber Sayısı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Günlük Değişim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2026-05-15T08:46:13Z</dcterms:created>
  <dcterms:modified xsi:type="dcterms:W3CDTF">2026-05-15T08:46:13Z</dcterms:modified>
</cp:coreProperties>
</file>