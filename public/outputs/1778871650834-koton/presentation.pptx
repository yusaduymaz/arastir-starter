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KOTON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2026-05-15T19:00:50.834Z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KOTON Hissesine İlişkin Yönetici Özeti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KOTON hissesinin güncel performansını analiz etmek için gerekli veriler sunulmamıştır. Dolayısıyla, bir executive özeti oluşturmak mümkün değildir.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- 2026 yılı içerisinde USD/TRY kuru artmıştır (44.07'den 45.22'ye).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TÜFE ve faiz verileri sunulmamıştır.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Makroekonomik koşullar, özellikle döviz kuru ve faiz oranlarındaki değişimler, hisse senetlerinin değerini doğrudan etkileyen faktörlerdir.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KOTON Hissesine İlişkin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Güncel veriler sunulmadığından, KOTON hissesine ilişkin riskleri değerlendirebilmek için yeterli bilgi bulunmamaktadır. Makroekonomik koşulların değişimi, döviz kurlarındaki dalgalanma ve faiz oranları gibi faktörler hisse senetlerinin değerini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KOTON Hissesine İlişkin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KOTON hissesine ilişkin fırsatları tespit edebilmek için daha detalı ve güncel verilere ihtiyaç duyulmaktadır. potansiyel büyüme alanları, sektörel trendler ve şirket performansı gibi faktörler hissenin gelecekteki değerini etkileyebilir.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2026-05-15T19:00:51Z</dcterms:created>
  <dcterms:modified xsi:type="dcterms:W3CDTF">2026-05-15T19:00:51Z</dcterms:modified>
</cp:coreProperties>
</file>