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PGSUS Sektörel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2026-05-20T11:32:31.950Z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Analiz edilemedi.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İncelenen Haber Sayısı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171.3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Günlük Değişim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-0.17%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2026-05-20T11:32:33Z</dcterms:created>
  <dcterms:modified xsi:type="dcterms:W3CDTF">2026-05-20T11:32:33Z</dcterms:modified>
</cp:coreProperties>
</file>