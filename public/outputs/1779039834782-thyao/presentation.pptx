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THYAO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2026-05-17T17:43:54.782Z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THYAO Hissesinin Güncel Durumu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THYAO hissesi, current fiyatta 300 TL'de işlem görmektedir. Son 52 haftanın en yüksek fiyatı 352.5 TL, en düşük fiyatı ise 249.2 TL'dir. Şirketin piyasa değeri 411.685.027.840 TL'dir. F/K oranının 31.25 olduğu görülmektedir.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Makroekonomik Bağlam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USD/TRY kurunun artması: Son 3 ayda USD/TRY kurunun artması Türk ekonomisinin dış ticaret dengesini olumsuz etkileyebilir.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Faiz oranlarının değişmesi: Yüksek faiz oranları ekonomide yatırımları azaltabilir.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Enflasyon oranının değişmesi: Yüksek enflasyon oranları tüketicilerin satın alma gücünü azaltabilir.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THYAO Hissesinin Risikleri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Devalüasyon riski: USD/TRY kurunun artması şirketin maliyetlerini artırabilir.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Faiz oranlarının değişmesi: Yüksek faiz oranları şirketin borçlanma maliyetini artırabilir.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Sektördeki rekabet: Havayolları sektöründeki rekabet şirketin gelirlerini olumsuz etkileyebilir.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THYAO Hissesinin Fırsatları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Artan yolcu trafiği: Türk Hava Yollarının uluslararası uçuş ağına sahip olması şirketin gelirlerini artırabilir.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Yeni uçuş rotalarının açılması: Şirketin yeni uçuş rotalarını açması yeni gelir kaynakları oluşturabilir.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Şirketin ödül törenleri ve reklam faaliyetleri: Şirketin düzenlediği ödül törenleri ve reklam faaliyetleri marka tanınırlığını artırabilir.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-1.88%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2026-05-17T17:43:55Z</dcterms:created>
  <dcterms:modified xsi:type="dcterms:W3CDTF">2026-05-17T17:43:55Z</dcterms:modified>
</cp:coreProperties>
</file>