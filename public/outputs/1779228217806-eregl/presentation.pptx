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EREGL Sektörel Analiz Raporu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Kaynak: KAP, Currents API, Yahoo Finance &amp; TCMB EVDS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Oluşturulma Tarihi: 2026-05-19T22:03:37.806Z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Yönetici Özeti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# EREGL Hisse Analiz Raporu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EREGİ İnc. hissesinde son 52 hafta içinde görülen yüksek ve düşük noktalar arasındaki fark %90'lara yakın. Bu, hissenin yüksek volatiliteye sahip olduğunu gösteriyor.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Son veriler, hissenin 38.54 TL seviyesinde işlem gördüğünü ve gün içinde %2.73'lük bir kayıp yaşadığını gösteriyor. 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Hisseye dair güncel KAP bildirimleri ve haber verilerinde önemli bir gelişme yok.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Makroekonomik Bağlam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Türk ekonomisinin son döneminde USD/TRY kurunun dalgalanmaları ve faiz oranlarının değişkenliği,钢 sektörünü etkileyen önemli makroekonomik faktörler. Bu faktörler, üretimde girdi maliyetlerini ve ihracat kapasitesini etkileyerek EREGL'in faaliyetlerini影響 edebiliyor.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Riskler ve Fırsatlar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0000"/>
                </a:solidFill>
              </a:rPr>
              <a:t>Riskler: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* Yüksek volatilite ve piyasa koşullarına bağlı olarak oluşabilecek fiyat dalgalanmaları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* Türk ekonomisinin iç ve dış dinamikleri nedeniyle oluşabilecek makroekonomik riskler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* Global ekonomik koşulların steel sektörüne olan etkileri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000"/>
                </a:solidFill>
              </a:rPr>
              <a:t>Fırsatlar: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* İnovatif üretim stratejileri ve maliyet optimizasyonuyla rekabet gücünü artırma fırsatı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* Yurt içi ve yurt dışı pazarlarda büyüme potansiyeli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* Sürdürülebilirlik ve çevre dostu uygulamalara yönelme yoluyla marka itibarını güçlendirme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Veri Özeti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Etiket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Değer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Son KAP Bildirimleri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İncelenen Haber Sayısı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Güncel Fiyat (TL)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38.54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Günlük Değişim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-2.73%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2026-05-19T22:03:38Z</dcterms:created>
  <dcterms:modified xsi:type="dcterms:W3CDTF">2026-05-19T22:03:38Z</dcterms:modified>
</cp:coreProperties>
</file>