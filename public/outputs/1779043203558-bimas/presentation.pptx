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BIMAS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2026-05-17T18:40:03.558Z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BIMAS Hisse Analizi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BIMAS hissesi, son piyasa verileri ile birlikte analiz edildiğinde, genel olarak Türk piyasasındaki tüketicilerin dayanıksız tüketim malları ve temel ihtiyaç ürünleri talebinin etkilerini göstermektedir. Fiyatın son dönemde -2.11% oranında düşmesi ve piyasa değerinin 480.537.346.048 TL olması, yatırımcıların dikkatini çekmektedir. Sektördeki diğer oyuncularla birlikte değerlendirildiğinde, BIMAS'ın güçlü pazar positionu ve müşteri bağlılığı dikkat çekmektedir.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Türk ekonomisindeki gelişmeler, özellikle USD/TRY kuru ve faiz oranlarındaki değişimler, BIMAS gibi şirketlerin kârlılık ve yatırım kararlarını etkilemektedir. Makroekonomik ổnluğu koruma ve enflasyonu kontrol altında tutma çabaları, şirketin uzun vadeli stratejilerini şekillendirmektedir.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 Faktörleri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Döviz kurlarındaki dalgalanma ve enflasyonist baskılar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Tüketici harcamalarındaki değişimler ve ekonomik belirsizlikler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Sektörel rekabet ve pazar payı kaybı Tehdidi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Tüketicilerin sürdürülebilir ve kalite odaklı ürünlere artan ilgisi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E-ticaret ve dijitalleşme alanındaki yatırım fırsatları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Pazarın büyümesine katkıda bulunabilecek yeni ürün ve hizmet girişimleri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405.25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-2.11%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2026-05-17T18:40:03Z</dcterms:created>
  <dcterms:modified xsi:type="dcterms:W3CDTF">2026-05-17T18:40:03Z</dcterms:modified>
</cp:coreProperties>
</file>