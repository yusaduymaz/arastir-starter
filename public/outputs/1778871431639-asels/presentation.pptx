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ASELS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2026-05-15T18:57:11.639Z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ASELSAN Hisse Analizi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ASELSAN hissesi, son dönemde önemli bir artış göstererek 2 trilyon lira piyasa değerini aşmıştır. Hisse senedi yılbaşından bu yana yüzde 91 artmıştır. Şirket, savunma teknolojisinin gelişimi ve dönüşümünde öncü роль oynamayı sürdürmektedir.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Türkiye'nin savunma teknolojisindeki dönüşümü ve dönüşümünün sürmesi ASELSAN için olumlu bir ortam yaratmaktadır.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Döviz kurlarındaki dalgalanmalar ve faiz oranlarındaki değişimler şirketin finansal performansını etkileyebilir.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Küresel ekonomideki gelişmeler ve siyasi faktörler şirketin ihracatına ve genel performansına影响 edebilir.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kurlarındaki dalgalanmalar ASELSAN'ın ihracatına olumsuz etkide bulunabilir.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Savunma sanayiinde yaşanan değişimler şirketin büyümesine engel teşkil edebilir.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Küresel ekonomik dalgalanmalar şirketin finansal performansını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ASELSAN'ın yeni.logo ve motto tanıtımları ile şirketin marka imajı güçlendirilebilir.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Şirketin Avrupa'nın en büyük hava savunma tesisini inşa etmesi ile yeni fırsatlar doğabilir.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Tersine beyin göçü ile şirketin insan kaynağı zenginleşebilir.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415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-0.12%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2026-05-15T18:57:12Z</dcterms:created>
  <dcterms:modified xsi:type="dcterms:W3CDTF">2026-05-15T18:57:12Z</dcterms:modified>
</cp:coreProperties>
</file>